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ABE0F-6FC8-ACBC-DBAE-C4FA3B547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CCC05A-A8C4-12F7-4E61-7CFB83B70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D1616-4C39-B9DB-8BC9-1B4995039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0B173-766C-5D45-895A-EAC9590C0A9F}" type="datetimeFigureOut">
              <a:rPr lang="en-US" smtClean="0"/>
              <a:t>6/5/25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50803-623E-FC6C-B20D-2776A3B34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5FA5-6A21-56C7-B6E2-D93A58F6B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8EB47-B76D-324B-98A0-34998018B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921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2E33D-7E2B-2F15-3439-BF65A078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FC2E3-605A-513B-AA02-1E4B46529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62DCA-A948-24DA-FFBD-26D9A8AFB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0B173-766C-5D45-895A-EAC9590C0A9F}" type="datetimeFigureOut">
              <a:rPr lang="en-US" smtClean="0"/>
              <a:t>6/5/25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EC687-0B84-CC5F-14FC-B3E00EE30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13B1C-AB8A-4421-C6F4-9C6D7622A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8EB47-B76D-324B-98A0-34998018B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220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F42F-0710-7FDC-2AFF-8F3F9F4FC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7ABE4-A37D-842D-03A3-1032E7035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6159C-D0C2-4709-EC2C-7F7311ABD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0B173-766C-5D45-895A-EAC9590C0A9F}" type="datetimeFigureOut">
              <a:rPr lang="en-US" smtClean="0"/>
              <a:t>6/5/25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275C6-DCEC-5288-6F55-7AA2F86DD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EF133-F415-195B-8418-251CFC5C2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8EB47-B76D-324B-98A0-34998018B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227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824F4-9854-2E4E-31E8-13A2ECEC9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07F65-1241-DC0D-7B18-DBB0B5DB4A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ACCF32-D43F-9647-DDE6-B8F27886B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8433DA-624E-228F-633B-73CE9AC12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0B173-766C-5D45-895A-EAC9590C0A9F}" type="datetimeFigureOut">
              <a:rPr lang="en-US" smtClean="0"/>
              <a:t>6/5/25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A7F09-885B-0504-8651-C8CFD33ED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C2404-36FA-CA11-F786-91B971EE2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8EB47-B76D-324B-98A0-34998018B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45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477F-D50D-4254-0CE8-25E8E463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51EC1-E2C1-DB8E-7736-B1E21A560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CA30A3-353A-A27E-0CD3-06A78D6D8F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103BFB-CC31-DE3B-D6F4-9934E9FEB7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CFD933-3F89-5D6F-D9D1-BC8C3C7F97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CF928-9218-BB8B-E23A-5FC14FB1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0B173-766C-5D45-895A-EAC9590C0A9F}" type="datetimeFigureOut">
              <a:rPr lang="en-US" smtClean="0"/>
              <a:t>6/5/25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07BC88-3955-DE94-21A7-A9C1DAD4F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92088-7063-8C1E-BAB0-DD8B7E53F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8EB47-B76D-324B-98A0-34998018B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63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AC40E-9F0C-FC3E-6198-60856AECF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9F0FF1-7055-9863-CD46-37857B78C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0B173-766C-5D45-895A-EAC9590C0A9F}" type="datetimeFigureOut">
              <a:rPr lang="en-US" smtClean="0"/>
              <a:t>6/5/25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8413E1-3E82-CB1E-70FE-F0FCC48E9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C2EA60-94AC-CE4E-C44E-7853CC72D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8EB47-B76D-324B-98A0-34998018B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90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E38986-03C8-BF43-2D2A-B3C3CFF8D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0B173-766C-5D45-895A-EAC9590C0A9F}" type="datetimeFigureOut">
              <a:rPr lang="en-US" smtClean="0"/>
              <a:t>6/5/25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4A8EFC-928E-F3AD-190E-32425682C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96046-D50A-9866-5CA7-48EDFA822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8EB47-B76D-324B-98A0-34998018B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593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D77BF-E3EA-770A-EB03-874F6FD4D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7C9AC-0746-F366-3399-BCB4D504C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4BBEAB-DAFB-CB4B-A968-400D0EEBD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03811-6641-A63A-0E6D-DCBF3BD2E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0B173-766C-5D45-895A-EAC9590C0A9F}" type="datetimeFigureOut">
              <a:rPr lang="en-US" smtClean="0"/>
              <a:t>6/5/25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28F8B-D550-DB19-9347-FFCE68F56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82994-7285-4E85-DAB0-31B68CF2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8EB47-B76D-324B-98A0-34998018B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106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8FD32-DAA1-91CD-A0D8-2A2E42225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EA5D28-0C41-6D69-530A-5B2D5D5CA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55415C-DE91-93DA-0754-028FE07052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60622-DF59-88DD-F80A-3486CE76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0B173-766C-5D45-895A-EAC9590C0A9F}" type="datetimeFigureOut">
              <a:rPr lang="en-US" smtClean="0"/>
              <a:t>6/5/25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AAE7E5-37E8-57F3-15A4-264E98CDF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0FCE3-8BCD-7D74-1009-D921BB2C0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8EB47-B76D-324B-98A0-34998018B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4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91BB4-F94D-50F2-EF8A-3ED234102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73B025-CA31-D0F6-E8E2-415C071FA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BF509-FA1F-00DF-5681-4F6E28C04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0B173-766C-5D45-895A-EAC9590C0A9F}" type="datetimeFigureOut">
              <a:rPr lang="en-US" smtClean="0"/>
              <a:t>6/5/25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8AD80-57E2-4153-D68A-80DC6C8B7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99B17-BDBB-9137-8A86-9CE8ECD51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8EB47-B76D-324B-98A0-34998018B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001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D7C748-888A-4C0F-3C02-F4BB7E896C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281FD7-AAFA-D887-7CDA-7F5D99168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7184A-FA8F-5D67-2CCD-6CB61294E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0B173-766C-5D45-895A-EAC9590C0A9F}" type="datetimeFigureOut">
              <a:rPr lang="en-US" smtClean="0"/>
              <a:t>6/5/25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8C57B-BDF0-3210-ECC8-37F1C3C03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30ED9-0474-9922-F3C9-8B471F5E4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8EB47-B76D-324B-98A0-34998018B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57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A5E46D-A07A-BF99-5114-3C70C3CD7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51EC8A-11D9-34FB-123E-BDD05708B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FBEC1-2B1A-D84E-785E-638DD279B2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70B173-766C-5D45-895A-EAC9590C0A9F}" type="datetimeFigureOut">
              <a:rPr lang="en-US" smtClean="0"/>
              <a:t>6/5/25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D38B0-8B05-CA22-0D73-17CF336AD4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7AEC0-1909-5037-A923-D0D10E021A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8EB47-B76D-324B-98A0-34998018B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093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D1EFD7-81F4-8597-B069-C55ACF223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188" y="111210"/>
            <a:ext cx="7772400" cy="63727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F8DA91-788A-A5A4-4EEC-571AA38ACFB0}"/>
              </a:ext>
            </a:extLst>
          </p:cNvPr>
          <p:cNvSpPr txBox="1"/>
          <p:nvPr/>
        </p:nvSpPr>
        <p:spPr>
          <a:xfrm>
            <a:off x="9661588" y="189352"/>
            <a:ext cx="260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4E83CC-E6F5-DCCD-3023-8D749E5C9495}"/>
              </a:ext>
            </a:extLst>
          </p:cNvPr>
          <p:cNvSpPr txBox="1"/>
          <p:nvPr/>
        </p:nvSpPr>
        <p:spPr>
          <a:xfrm>
            <a:off x="9183794" y="700098"/>
            <a:ext cx="260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1EA65D-A411-EF34-A49D-B559F09036B0}"/>
              </a:ext>
            </a:extLst>
          </p:cNvPr>
          <p:cNvSpPr txBox="1"/>
          <p:nvPr/>
        </p:nvSpPr>
        <p:spPr>
          <a:xfrm>
            <a:off x="9506431" y="3690434"/>
            <a:ext cx="260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62E45A-BEC1-EFC0-B8C5-44C95FC2B405}"/>
              </a:ext>
            </a:extLst>
          </p:cNvPr>
          <p:cNvSpPr txBox="1"/>
          <p:nvPr/>
        </p:nvSpPr>
        <p:spPr>
          <a:xfrm>
            <a:off x="9636875" y="5679871"/>
            <a:ext cx="260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3C9291-EA5B-084E-7C8D-DDD607CAF5A8}"/>
              </a:ext>
            </a:extLst>
          </p:cNvPr>
          <p:cNvSpPr txBox="1"/>
          <p:nvPr/>
        </p:nvSpPr>
        <p:spPr>
          <a:xfrm>
            <a:off x="9388344" y="1184070"/>
            <a:ext cx="260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F1DBD6-14BB-0E59-F638-35D375E9F7AA}"/>
              </a:ext>
            </a:extLst>
          </p:cNvPr>
          <p:cNvSpPr txBox="1"/>
          <p:nvPr/>
        </p:nvSpPr>
        <p:spPr>
          <a:xfrm>
            <a:off x="9792032" y="2178789"/>
            <a:ext cx="260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3EB3BD-D2D1-7CDF-78E4-62434C8115A7}"/>
              </a:ext>
            </a:extLst>
          </p:cNvPr>
          <p:cNvSpPr txBox="1"/>
          <p:nvPr/>
        </p:nvSpPr>
        <p:spPr>
          <a:xfrm>
            <a:off x="9289525" y="2654291"/>
            <a:ext cx="260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078093-364E-6F9C-8BE4-8AB8E8C11C1D}"/>
              </a:ext>
            </a:extLst>
          </p:cNvPr>
          <p:cNvSpPr txBox="1"/>
          <p:nvPr/>
        </p:nvSpPr>
        <p:spPr>
          <a:xfrm>
            <a:off x="9220830" y="1649047"/>
            <a:ext cx="260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8118E6-6EF6-EB38-B49C-8953957918C2}"/>
              </a:ext>
            </a:extLst>
          </p:cNvPr>
          <p:cNvSpPr txBox="1"/>
          <p:nvPr/>
        </p:nvSpPr>
        <p:spPr>
          <a:xfrm>
            <a:off x="9481718" y="3172010"/>
            <a:ext cx="260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5A9733-2357-5095-3FF5-5C4C10A8DA46}"/>
              </a:ext>
            </a:extLst>
          </p:cNvPr>
          <p:cNvSpPr txBox="1"/>
          <p:nvPr/>
        </p:nvSpPr>
        <p:spPr>
          <a:xfrm>
            <a:off x="9444682" y="4654588"/>
            <a:ext cx="608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7EBD6A-CA9A-0438-5A3F-E5DB448BBCA0}"/>
              </a:ext>
            </a:extLst>
          </p:cNvPr>
          <p:cNvSpPr txBox="1"/>
          <p:nvPr/>
        </p:nvSpPr>
        <p:spPr>
          <a:xfrm>
            <a:off x="9636875" y="5060426"/>
            <a:ext cx="608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967FCC-9874-30DB-D629-7CE4E936E8FC}"/>
              </a:ext>
            </a:extLst>
          </p:cNvPr>
          <p:cNvSpPr txBox="1"/>
          <p:nvPr/>
        </p:nvSpPr>
        <p:spPr>
          <a:xfrm>
            <a:off x="9444682" y="4166728"/>
            <a:ext cx="608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B3009A-4394-7E8D-3C73-EACE71648A04}"/>
              </a:ext>
            </a:extLst>
          </p:cNvPr>
          <p:cNvSpPr txBox="1"/>
          <p:nvPr/>
        </p:nvSpPr>
        <p:spPr>
          <a:xfrm>
            <a:off x="1562432" y="4839254"/>
            <a:ext cx="608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3A1E8E-8DB3-7A85-9237-17E98F30733F}"/>
              </a:ext>
            </a:extLst>
          </p:cNvPr>
          <p:cNvSpPr txBox="1"/>
          <p:nvPr/>
        </p:nvSpPr>
        <p:spPr>
          <a:xfrm>
            <a:off x="2419201" y="4014538"/>
            <a:ext cx="608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48F795-C976-F096-6BB1-D380EC555592}"/>
              </a:ext>
            </a:extLst>
          </p:cNvPr>
          <p:cNvSpPr txBox="1"/>
          <p:nvPr/>
        </p:nvSpPr>
        <p:spPr>
          <a:xfrm>
            <a:off x="3183926" y="3297596"/>
            <a:ext cx="608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421233-AB59-C1A8-9D29-37FD8288D679}"/>
              </a:ext>
            </a:extLst>
          </p:cNvPr>
          <p:cNvSpPr txBox="1"/>
          <p:nvPr/>
        </p:nvSpPr>
        <p:spPr>
          <a:xfrm>
            <a:off x="4658482" y="4691094"/>
            <a:ext cx="608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01CA55-CB2B-5BEB-9684-C97A32A374C9}"/>
              </a:ext>
            </a:extLst>
          </p:cNvPr>
          <p:cNvSpPr txBox="1"/>
          <p:nvPr/>
        </p:nvSpPr>
        <p:spPr>
          <a:xfrm>
            <a:off x="4044764" y="2568240"/>
            <a:ext cx="608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2FE764-C002-608C-9A06-66E681759D71}"/>
              </a:ext>
            </a:extLst>
          </p:cNvPr>
          <p:cNvSpPr txBox="1"/>
          <p:nvPr/>
        </p:nvSpPr>
        <p:spPr>
          <a:xfrm>
            <a:off x="4802660" y="1830050"/>
            <a:ext cx="608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90A22E-8F95-B787-8FD5-4302DDE5A0D4}"/>
              </a:ext>
            </a:extLst>
          </p:cNvPr>
          <p:cNvSpPr txBox="1"/>
          <p:nvPr/>
        </p:nvSpPr>
        <p:spPr>
          <a:xfrm>
            <a:off x="6363025" y="2580597"/>
            <a:ext cx="608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859CAA-0094-5404-2F6F-981DDB9714A6}"/>
              </a:ext>
            </a:extLst>
          </p:cNvPr>
          <p:cNvSpPr txBox="1"/>
          <p:nvPr/>
        </p:nvSpPr>
        <p:spPr>
          <a:xfrm>
            <a:off x="7234881" y="2211265"/>
            <a:ext cx="608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1E0ABA-584A-C448-3DE7-91DE7E31AA07}"/>
              </a:ext>
            </a:extLst>
          </p:cNvPr>
          <p:cNvSpPr txBox="1"/>
          <p:nvPr/>
        </p:nvSpPr>
        <p:spPr>
          <a:xfrm>
            <a:off x="5630564" y="999404"/>
            <a:ext cx="608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403561-F841-1D5B-973B-80FFE8B9B582}"/>
              </a:ext>
            </a:extLst>
          </p:cNvPr>
          <p:cNvSpPr txBox="1"/>
          <p:nvPr/>
        </p:nvSpPr>
        <p:spPr>
          <a:xfrm>
            <a:off x="6363025" y="591160"/>
            <a:ext cx="608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75695E-B280-9AAE-73BE-96CFF55FFE35}"/>
              </a:ext>
            </a:extLst>
          </p:cNvPr>
          <p:cNvSpPr txBox="1"/>
          <p:nvPr/>
        </p:nvSpPr>
        <p:spPr>
          <a:xfrm>
            <a:off x="7229401" y="197114"/>
            <a:ext cx="608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527448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</Words>
  <Application>Microsoft Macintosh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Kubatko, Laura</dc:creator>
  <cp:lastModifiedBy>Kubatko, Laura</cp:lastModifiedBy>
  <cp:revision>1</cp:revision>
  <dcterms:created xsi:type="dcterms:W3CDTF">2025-06-05T15:29:02Z</dcterms:created>
  <dcterms:modified xsi:type="dcterms:W3CDTF">2025-06-05T15:34:10Z</dcterms:modified>
</cp:coreProperties>
</file>