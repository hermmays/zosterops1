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33DA-86F4-48A0-F797-7F8F6160C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F0936-BF49-D2BD-92B3-2F314FE73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EA79A-5C9F-0A80-2445-3FF73DFD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122C-7AB2-DE8B-FFE6-CB3FF5B2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4633C-CBC1-4BAE-4001-0E6B58D7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7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2AC2-CE61-D5ED-662E-715C988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161D6-1871-5EC1-2094-F9A029FD9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853C5-DA61-B42D-3832-4E15FF46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7F2BE-2218-2372-F5F7-FACB5B3E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BAFF4-A867-0D83-C179-34A16DD7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9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5965-F4E4-4B15-DA3F-1123C19E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93F65-779B-8834-A14C-EF2B9450F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4BAC9-9AA1-4355-7665-0F6F3645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DA2FC-F806-6AFF-4FF8-8DD7D51E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64025-A217-E41A-F1B8-579F985D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2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D2B8-E565-FA50-E23D-EF48703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D2FD-93E8-48B5-74EA-BEEB43D34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517B3-7E82-CAFA-928A-65E307FE8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CBA40-EB11-F552-135D-C7EE9014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6771-A23A-E689-0A7F-60D654D4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0145D-FB79-9661-8845-79E4B136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8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B162-131F-BAF1-4BE5-40705B30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C64FA-57EF-0648-8F07-12EA259F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D8EEF-50B3-4413-88D3-3CB4A32C1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B190E-1717-A3C4-E235-F50882017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A70DCC-6FE6-F6D6-550D-15CB9BC59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2435C-9116-B667-3D2B-8C4D05C4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C1464-3ECA-B2C6-5634-C0B8026D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DBA02-17BE-5A50-7C3D-DD279C1B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9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B1FF-FD13-7C9F-919D-8E73DE18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6CCD9-4847-064B-F86D-701381EF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C17AA9-C29D-E8F3-4E3D-F6D1C319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0575E-8D4B-5DE2-B2AA-D9579C6C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86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91165-10FB-2046-F995-B243AB8B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6473F-1A8D-57CD-274F-FE04DF99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FAF65-18AC-6157-04D7-A43DC117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E23C-04DF-A863-C70A-284F4F98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F6799-CECC-2C81-38C6-DB4BE7045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3C23A-D6D0-02C2-87F2-D98FB67DF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A599-EED3-F431-6078-75F3AFE0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E53A3-9A1E-7D75-23EA-9303EB7F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F2A14-2AD0-41F4-BA17-0902EF46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4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9093-EACA-8D11-CEF7-7F9D51F5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C63EA-6EF8-4465-1712-896532D24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9DA7E-769A-CA91-371A-1D1B44DCF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5425D-3261-4955-E727-B0B23666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B239F-76A7-1CBD-860C-A2A3C5B3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CB62C-337B-45F7-FC57-8D48683E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1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7DC4-A896-28D3-8D0F-5F187F2B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C5DA0-D09E-5BDE-0071-296968579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141DD-4F33-AF51-D1A9-B8CF93A9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275D0-582C-4D76-2BD0-B0F1ADAF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F9C42-FC47-67A7-8337-2A615032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0625B-EF8F-90B6-8948-F968A57A7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805B7-2636-23D9-243E-C53AFB7A9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8B3B-54AD-455E-5538-AF399544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9B526-F823-0991-4587-14885C56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E78CC-E3D8-86BF-0BDC-9B8FDB1F9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5ED58-8BA1-DAF0-0517-AF1731FE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CD3AF-98DA-BC35-1177-D855A66A0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5B7B8-EE58-8FBA-C0EB-2E6103154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235F1-2DF6-5C4C-8428-768BAF50DBE8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43B86-0644-DD14-71D5-1867CD66A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6F24F-26A2-6791-2E2A-B5EF1DE3D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68494-C3CD-B346-BD13-3981BA553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60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25FFF5-42F4-6F3E-3C29-836C349EC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55" y="308919"/>
            <a:ext cx="10180776" cy="65490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E82CB-6FC2-8F51-D566-35223033B738}"/>
              </a:ext>
            </a:extLst>
          </p:cNvPr>
          <p:cNvSpPr txBox="1"/>
          <p:nvPr/>
        </p:nvSpPr>
        <p:spPr>
          <a:xfrm>
            <a:off x="11282621" y="30891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AFC98-AC96-60C8-A08B-9369DC645CCA}"/>
              </a:ext>
            </a:extLst>
          </p:cNvPr>
          <p:cNvSpPr txBox="1"/>
          <p:nvPr/>
        </p:nvSpPr>
        <p:spPr>
          <a:xfrm>
            <a:off x="11015735" y="494620"/>
            <a:ext cx="266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7ED9-9AC3-60D6-1D8B-F04DF279C928}"/>
              </a:ext>
            </a:extLst>
          </p:cNvPr>
          <p:cNvSpPr txBox="1"/>
          <p:nvPr/>
        </p:nvSpPr>
        <p:spPr>
          <a:xfrm>
            <a:off x="11026912" y="726487"/>
            <a:ext cx="352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</a:t>
            </a:r>
          </a:p>
          <a:p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D71BC-4D64-5B76-8DF5-8C86480CBFBC}"/>
              </a:ext>
            </a:extLst>
          </p:cNvPr>
          <p:cNvSpPr txBox="1"/>
          <p:nvPr/>
        </p:nvSpPr>
        <p:spPr>
          <a:xfrm>
            <a:off x="11028450" y="91218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790E0-8A4E-90E2-FF49-88F05425AE26}"/>
              </a:ext>
            </a:extLst>
          </p:cNvPr>
          <p:cNvSpPr txBox="1"/>
          <p:nvPr/>
        </p:nvSpPr>
        <p:spPr>
          <a:xfrm>
            <a:off x="11161660" y="160572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774C81-BCC7-377B-BFDB-77E656C90C14}"/>
              </a:ext>
            </a:extLst>
          </p:cNvPr>
          <p:cNvSpPr txBox="1"/>
          <p:nvPr/>
        </p:nvSpPr>
        <p:spPr>
          <a:xfrm>
            <a:off x="11203015" y="135345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99FB2-F18C-1941-9DFA-1B54582FE1B2}"/>
              </a:ext>
            </a:extLst>
          </p:cNvPr>
          <p:cNvSpPr txBox="1"/>
          <p:nvPr/>
        </p:nvSpPr>
        <p:spPr>
          <a:xfrm>
            <a:off x="11203015" y="96146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52408-3C34-AC8B-F851-908089C074AF}"/>
              </a:ext>
            </a:extLst>
          </p:cNvPr>
          <p:cNvSpPr txBox="1"/>
          <p:nvPr/>
        </p:nvSpPr>
        <p:spPr>
          <a:xfrm>
            <a:off x="11379119" y="18026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E3086-BDED-65D1-0CCC-CB49F398816D}"/>
              </a:ext>
            </a:extLst>
          </p:cNvPr>
          <p:cNvSpPr txBox="1"/>
          <p:nvPr/>
        </p:nvSpPr>
        <p:spPr>
          <a:xfrm>
            <a:off x="11397475" y="1979397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0865E2-1ECC-2095-0319-F30FE37D440E}"/>
              </a:ext>
            </a:extLst>
          </p:cNvPr>
          <p:cNvSpPr txBox="1"/>
          <p:nvPr/>
        </p:nvSpPr>
        <p:spPr>
          <a:xfrm>
            <a:off x="11379119" y="225184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6D822-3EB3-0CFA-FBAC-4F24E38806F3}"/>
              </a:ext>
            </a:extLst>
          </p:cNvPr>
          <p:cNvSpPr txBox="1"/>
          <p:nvPr/>
        </p:nvSpPr>
        <p:spPr>
          <a:xfrm>
            <a:off x="11379127" y="262552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85FBE-B2CF-FB3D-844C-BC17E4BEBE74}"/>
              </a:ext>
            </a:extLst>
          </p:cNvPr>
          <p:cNvSpPr txBox="1"/>
          <p:nvPr/>
        </p:nvSpPr>
        <p:spPr>
          <a:xfrm>
            <a:off x="11397475" y="283656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D1D170-410B-78D1-0E55-DF03C13B54D2}"/>
              </a:ext>
            </a:extLst>
          </p:cNvPr>
          <p:cNvSpPr txBox="1"/>
          <p:nvPr/>
        </p:nvSpPr>
        <p:spPr>
          <a:xfrm>
            <a:off x="11415831" y="3071737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7DCF07-FD89-CD80-0C4E-AB6ABCAAE400}"/>
              </a:ext>
            </a:extLst>
          </p:cNvPr>
          <p:cNvSpPr txBox="1"/>
          <p:nvPr/>
        </p:nvSpPr>
        <p:spPr>
          <a:xfrm>
            <a:off x="11349226" y="327317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D81E51-9E61-4873-2186-613725CC53DC}"/>
              </a:ext>
            </a:extLst>
          </p:cNvPr>
          <p:cNvSpPr txBox="1"/>
          <p:nvPr/>
        </p:nvSpPr>
        <p:spPr>
          <a:xfrm>
            <a:off x="11368915" y="349481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140623-0A15-E35C-CD14-4CD78D3758B0}"/>
              </a:ext>
            </a:extLst>
          </p:cNvPr>
          <p:cNvSpPr txBox="1"/>
          <p:nvPr/>
        </p:nvSpPr>
        <p:spPr>
          <a:xfrm>
            <a:off x="11216016" y="410716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08A441-1DD0-BF38-4ACD-4BEC9925ADC7}"/>
              </a:ext>
            </a:extLst>
          </p:cNvPr>
          <p:cNvSpPr txBox="1"/>
          <p:nvPr/>
        </p:nvSpPr>
        <p:spPr>
          <a:xfrm>
            <a:off x="11223590" y="390573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414FD1-B65C-8280-0566-C8099C2F3C62}"/>
              </a:ext>
            </a:extLst>
          </p:cNvPr>
          <p:cNvSpPr txBox="1"/>
          <p:nvPr/>
        </p:nvSpPr>
        <p:spPr>
          <a:xfrm>
            <a:off x="11208721" y="368409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B4000C-9903-9D4B-892A-7A735A010CB7}"/>
              </a:ext>
            </a:extLst>
          </p:cNvPr>
          <p:cNvSpPr txBox="1"/>
          <p:nvPr/>
        </p:nvSpPr>
        <p:spPr>
          <a:xfrm>
            <a:off x="11235705" y="436551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BD7687-A9DF-5A40-C67D-FFC4CB137ADB}"/>
              </a:ext>
            </a:extLst>
          </p:cNvPr>
          <p:cNvSpPr txBox="1"/>
          <p:nvPr/>
        </p:nvSpPr>
        <p:spPr>
          <a:xfrm>
            <a:off x="11203015" y="4565396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E18B8C-F955-8854-2467-BD4C2B19090B}"/>
              </a:ext>
            </a:extLst>
          </p:cNvPr>
          <p:cNvSpPr txBox="1"/>
          <p:nvPr/>
        </p:nvSpPr>
        <p:spPr>
          <a:xfrm>
            <a:off x="11223590" y="477643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99AA90-8CE9-6BD0-D11B-31B9F6388889}"/>
              </a:ext>
            </a:extLst>
          </p:cNvPr>
          <p:cNvSpPr txBox="1"/>
          <p:nvPr/>
        </p:nvSpPr>
        <p:spPr>
          <a:xfrm>
            <a:off x="11233434" y="496981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0B4434-20F7-8ED7-6C66-55065789F412}"/>
              </a:ext>
            </a:extLst>
          </p:cNvPr>
          <p:cNvSpPr txBox="1"/>
          <p:nvPr/>
        </p:nvSpPr>
        <p:spPr>
          <a:xfrm>
            <a:off x="11223590" y="516319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F537BD-64C4-C1BA-BB10-7B8C7979BB32}"/>
              </a:ext>
            </a:extLst>
          </p:cNvPr>
          <p:cNvSpPr txBox="1"/>
          <p:nvPr/>
        </p:nvSpPr>
        <p:spPr>
          <a:xfrm>
            <a:off x="11306390" y="538421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23DF90-59BD-42E9-C641-F48CE8A51865}"/>
              </a:ext>
            </a:extLst>
          </p:cNvPr>
          <p:cNvSpPr txBox="1"/>
          <p:nvPr/>
        </p:nvSpPr>
        <p:spPr>
          <a:xfrm>
            <a:off x="11297768" y="562309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C1889C-5355-B79F-0EA4-CB50B0C29B82}"/>
              </a:ext>
            </a:extLst>
          </p:cNvPr>
          <p:cNvSpPr txBox="1"/>
          <p:nvPr/>
        </p:nvSpPr>
        <p:spPr>
          <a:xfrm>
            <a:off x="11323926" y="583814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3EB790-A466-5927-E0CE-4B59C669D823}"/>
              </a:ext>
            </a:extLst>
          </p:cNvPr>
          <p:cNvSpPr txBox="1"/>
          <p:nvPr/>
        </p:nvSpPr>
        <p:spPr>
          <a:xfrm>
            <a:off x="11327264" y="60433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BBD7A7-3385-6F10-6993-95323B72F01D}"/>
              </a:ext>
            </a:extLst>
          </p:cNvPr>
          <p:cNvSpPr txBox="1"/>
          <p:nvPr/>
        </p:nvSpPr>
        <p:spPr>
          <a:xfrm>
            <a:off x="11349226" y="241657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CE198C-9354-B986-CA9B-871CB92E38CA}"/>
              </a:ext>
            </a:extLst>
          </p:cNvPr>
          <p:cNvSpPr txBox="1"/>
          <p:nvPr/>
        </p:nvSpPr>
        <p:spPr>
          <a:xfrm>
            <a:off x="11212059" y="629208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33459B-314F-2F73-39F1-454FB86DD9D1}"/>
              </a:ext>
            </a:extLst>
          </p:cNvPr>
          <p:cNvSpPr txBox="1"/>
          <p:nvPr/>
        </p:nvSpPr>
        <p:spPr>
          <a:xfrm>
            <a:off x="1048241" y="5166667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7851A8-3CDF-C10C-3C25-26214B46A4E8}"/>
              </a:ext>
            </a:extLst>
          </p:cNvPr>
          <p:cNvSpPr txBox="1"/>
          <p:nvPr/>
        </p:nvSpPr>
        <p:spPr>
          <a:xfrm>
            <a:off x="3917802" y="436551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4329C5-EF2C-9AD8-C0C6-5DEBC37A490D}"/>
              </a:ext>
            </a:extLst>
          </p:cNvPr>
          <p:cNvSpPr txBox="1"/>
          <p:nvPr/>
        </p:nvSpPr>
        <p:spPr>
          <a:xfrm>
            <a:off x="8872575" y="510721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4A49A4-172B-EB89-47EB-CF436BA1BF8E}"/>
              </a:ext>
            </a:extLst>
          </p:cNvPr>
          <p:cNvSpPr txBox="1"/>
          <p:nvPr/>
        </p:nvSpPr>
        <p:spPr>
          <a:xfrm>
            <a:off x="9551465" y="482199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05EA32-3850-4DE7-B83B-C546A817B413}"/>
              </a:ext>
            </a:extLst>
          </p:cNvPr>
          <p:cNvSpPr txBox="1"/>
          <p:nvPr/>
        </p:nvSpPr>
        <p:spPr>
          <a:xfrm>
            <a:off x="9957217" y="502469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13A965-8F04-9ADB-0156-551172E176F7}"/>
              </a:ext>
            </a:extLst>
          </p:cNvPr>
          <p:cNvSpPr txBox="1"/>
          <p:nvPr/>
        </p:nvSpPr>
        <p:spPr>
          <a:xfrm>
            <a:off x="9223387" y="5498696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DBC6A8-B5E6-2CBF-2B8D-CB6B205A8201}"/>
              </a:ext>
            </a:extLst>
          </p:cNvPr>
          <p:cNvSpPr txBox="1"/>
          <p:nvPr/>
        </p:nvSpPr>
        <p:spPr>
          <a:xfrm>
            <a:off x="9571559" y="579739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24FE4E-60E5-F763-BB45-3DD0418269A1}"/>
              </a:ext>
            </a:extLst>
          </p:cNvPr>
          <p:cNvSpPr txBox="1"/>
          <p:nvPr/>
        </p:nvSpPr>
        <p:spPr>
          <a:xfrm>
            <a:off x="9961705" y="555494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91674F-13EB-400D-04F9-D39D8B056227}"/>
              </a:ext>
            </a:extLst>
          </p:cNvPr>
          <p:cNvSpPr txBox="1"/>
          <p:nvPr/>
        </p:nvSpPr>
        <p:spPr>
          <a:xfrm>
            <a:off x="4268614" y="358345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108562-59DE-996B-F442-CEB5092C6E4C}"/>
              </a:ext>
            </a:extLst>
          </p:cNvPr>
          <p:cNvSpPr txBox="1"/>
          <p:nvPr/>
        </p:nvSpPr>
        <p:spPr>
          <a:xfrm>
            <a:off x="9899637" y="436550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4CF77E-4F7D-1F96-9022-4512976E748A}"/>
              </a:ext>
            </a:extLst>
          </p:cNvPr>
          <p:cNvSpPr txBox="1"/>
          <p:nvPr/>
        </p:nvSpPr>
        <p:spPr>
          <a:xfrm>
            <a:off x="6325443" y="2964259"/>
            <a:ext cx="348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9ED4AD-5974-8C2A-2154-46355DB0BAAC}"/>
              </a:ext>
            </a:extLst>
          </p:cNvPr>
          <p:cNvSpPr txBox="1"/>
          <p:nvPr/>
        </p:nvSpPr>
        <p:spPr>
          <a:xfrm>
            <a:off x="8872575" y="3886406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5426E7-8333-0F25-8E29-2EDCB6D5B72F}"/>
              </a:ext>
            </a:extLst>
          </p:cNvPr>
          <p:cNvSpPr txBox="1"/>
          <p:nvPr/>
        </p:nvSpPr>
        <p:spPr>
          <a:xfrm>
            <a:off x="9935054" y="3723617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2A6EAD-CE01-2DF1-F577-057C8D2BC5F6}"/>
              </a:ext>
            </a:extLst>
          </p:cNvPr>
          <p:cNvSpPr txBox="1"/>
          <p:nvPr/>
        </p:nvSpPr>
        <p:spPr>
          <a:xfrm>
            <a:off x="7415914" y="208595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E35276-258B-FEE7-86EC-5487B1D98FEF}"/>
              </a:ext>
            </a:extLst>
          </p:cNvPr>
          <p:cNvSpPr txBox="1"/>
          <p:nvPr/>
        </p:nvSpPr>
        <p:spPr>
          <a:xfrm>
            <a:off x="8485761" y="2900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158557-607B-9977-002A-3B0950050F7E}"/>
              </a:ext>
            </a:extLst>
          </p:cNvPr>
          <p:cNvSpPr txBox="1"/>
          <p:nvPr/>
        </p:nvSpPr>
        <p:spPr>
          <a:xfrm>
            <a:off x="8875215" y="24373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DB6697-37CE-E4CD-8331-F3F10F9DF8A6}"/>
              </a:ext>
            </a:extLst>
          </p:cNvPr>
          <p:cNvSpPr txBox="1"/>
          <p:nvPr/>
        </p:nvSpPr>
        <p:spPr>
          <a:xfrm>
            <a:off x="9551465" y="214995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6280F9-CEE9-3DC4-1E97-E71A320AAB7B}"/>
              </a:ext>
            </a:extLst>
          </p:cNvPr>
          <p:cNvSpPr txBox="1"/>
          <p:nvPr/>
        </p:nvSpPr>
        <p:spPr>
          <a:xfrm>
            <a:off x="9935054" y="201145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A37D01-7E89-AA62-34B8-DA5FDE1BBBA5}"/>
              </a:ext>
            </a:extLst>
          </p:cNvPr>
          <p:cNvSpPr txBox="1"/>
          <p:nvPr/>
        </p:nvSpPr>
        <p:spPr>
          <a:xfrm>
            <a:off x="9571559" y="2870626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CE691A-A4B1-A4E9-CA88-A0CF50245956}"/>
              </a:ext>
            </a:extLst>
          </p:cNvPr>
          <p:cNvSpPr txBox="1"/>
          <p:nvPr/>
        </p:nvSpPr>
        <p:spPr>
          <a:xfrm>
            <a:off x="9949632" y="2671657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8FFADA-E5B6-6773-928C-CDDCD41E1CC8}"/>
              </a:ext>
            </a:extLst>
          </p:cNvPr>
          <p:cNvSpPr txBox="1"/>
          <p:nvPr/>
        </p:nvSpPr>
        <p:spPr>
          <a:xfrm>
            <a:off x="9932440" y="309013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9D5839-EEE9-8D8E-DC11-E7385A2E7AF2}"/>
              </a:ext>
            </a:extLst>
          </p:cNvPr>
          <p:cNvSpPr txBox="1"/>
          <p:nvPr/>
        </p:nvSpPr>
        <p:spPr>
          <a:xfrm>
            <a:off x="8485761" y="1300066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A3E531-6658-847A-D757-59BD93D338BC}"/>
              </a:ext>
            </a:extLst>
          </p:cNvPr>
          <p:cNvSpPr txBox="1"/>
          <p:nvPr/>
        </p:nvSpPr>
        <p:spPr>
          <a:xfrm>
            <a:off x="8872575" y="87146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E685C8-1F55-1C95-B736-55ED0A8A7CFC}"/>
              </a:ext>
            </a:extLst>
          </p:cNvPr>
          <p:cNvSpPr txBox="1"/>
          <p:nvPr/>
        </p:nvSpPr>
        <p:spPr>
          <a:xfrm>
            <a:off x="9551465" y="132872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E8507D-1676-B393-5920-6FA4AA2470A1}"/>
              </a:ext>
            </a:extLst>
          </p:cNvPr>
          <p:cNvSpPr txBox="1"/>
          <p:nvPr/>
        </p:nvSpPr>
        <p:spPr>
          <a:xfrm>
            <a:off x="9957217" y="116401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40490E-B5BB-486A-BD74-C1A575CAFD9A}"/>
              </a:ext>
            </a:extLst>
          </p:cNvPr>
          <p:cNvSpPr txBox="1"/>
          <p:nvPr/>
        </p:nvSpPr>
        <p:spPr>
          <a:xfrm>
            <a:off x="9223387" y="44670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F3F634-B6CC-828A-06B3-598A0D7707CC}"/>
              </a:ext>
            </a:extLst>
          </p:cNvPr>
          <p:cNvSpPr txBox="1"/>
          <p:nvPr/>
        </p:nvSpPr>
        <p:spPr>
          <a:xfrm>
            <a:off x="9562381" y="68836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A63B1A-0705-62F8-ED96-AE06A7C67CB1}"/>
              </a:ext>
            </a:extLst>
          </p:cNvPr>
          <p:cNvSpPr txBox="1"/>
          <p:nvPr/>
        </p:nvSpPr>
        <p:spPr>
          <a:xfrm>
            <a:off x="9910553" y="50486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9023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</Words>
  <Application>Microsoft Macintosh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Kubatko, Laura</dc:creator>
  <cp:lastModifiedBy>Kubatko, Laura</cp:lastModifiedBy>
  <cp:revision>5</cp:revision>
  <dcterms:created xsi:type="dcterms:W3CDTF">2025-06-05T15:35:15Z</dcterms:created>
  <dcterms:modified xsi:type="dcterms:W3CDTF">2025-06-05T15:53:47Z</dcterms:modified>
</cp:coreProperties>
</file>